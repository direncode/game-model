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54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LATENT OCEAN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0" y="2606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that grows itself.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749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 ·   [TITLE]   ·   [EMAIL@DOMAIN]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world's most valuable patterns are buried in data nobody can connect.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72200" y="1051560"/>
            <a:ext cx="1005840" cy="10058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57784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60920" y="1965960"/>
            <a:ext cx="1005840" cy="10058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97880" y="2971800"/>
            <a:ext cx="1005840" cy="10058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  ·  CONFIDENTIAL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today is built once and stays still.</a:t>
            </a:r>
            <a:endParaRPr lang="en-US" sz="2800" dirty="0"/>
          </a:p>
          <a:p>
            <a:pPr algn="l" indent="0" marL="0">
              <a:buNone/>
            </a:pPr>
            <a:r>
              <a:rPr lang="en-US" sz="28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generation has to grow.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468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0"/>
            <a:ext cx="54864" cy="1691640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of meaningful data is doubling roughly every 18 months.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2743200"/>
            <a:ext cx="2468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2743200"/>
            <a:ext cx="54864" cy="1691640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GO STALE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AI architectures can't keep pace with what they're learning 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2743200"/>
            <a:ext cx="2468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2743200"/>
            <a:ext cx="54864" cy="1691640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IS SCARCE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patterns that matter most cross domains — and rarely surface alone.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  · 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system that finds hidden connections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any kind of data.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—and reorganizes itself as it learns.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0" y="3749040"/>
            <a:ext cx="2011680" cy="0"/>
          </a:xfrm>
          <a:prstGeom prst="line">
            <a:avLst/>
          </a:prstGeom>
          <a:noFill/>
          <a:ln w="25400">
            <a:solidFill>
              <a:srgbClr val="B892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3749040"/>
            <a:ext cx="2011680" cy="0"/>
          </a:xfrm>
          <a:prstGeom prst="line">
            <a:avLst/>
          </a:prstGeom>
          <a:noFill/>
          <a:ln w="25400">
            <a:solidFill>
              <a:srgbClr val="B89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3749040"/>
            <a:ext cx="4023360" cy="0"/>
          </a:xfrm>
          <a:prstGeom prst="line">
            <a:avLst/>
          </a:prstGeom>
          <a:noFill/>
          <a:ln w="25400">
            <a:solidFill>
              <a:srgbClr val="B892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3337560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60520" y="3337560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3337560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  ·  CONFIDENTIAL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AI is </a:t>
            </a:r>
            <a:pPr algn="l" indent="0" marL="0">
              <a:buNone/>
            </a:pPr>
            <a:r>
              <a:rPr lang="en-US" sz="3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</a:t>
            </a:r>
            <a:pPr algn="l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Latent Ocean is </a:t>
            </a:r>
            <a:pPr algn="l" indent="0" marL="0">
              <a:buNone/>
            </a:pPr>
            <a:r>
              <a:rPr lang="en-US" sz="3000" b="1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grown</a:t>
            </a:r>
            <a:pPr algn="l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840480" cy="2377440"/>
          </a:xfrm>
          <a:prstGeom prst="rect">
            <a:avLst/>
          </a:prstGeom>
          <a:solidFill>
            <a:srgbClr val="F4F2E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once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frozen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to new 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2103120"/>
            <a:ext cx="3840480" cy="23774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56048" y="274320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its own structure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Reorganizes itself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domains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new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  ·  CONFIDENTIAL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APPLIES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system. Many worlds.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68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4460" y="205740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13944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in markets, filings, and disclosures — surfaced.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468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83380" y="205740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18338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2044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across millions of medical papers — discovered.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468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72300" y="205740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97230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0936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Cross-era links across centuries of scientific work — revealed.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 CLIMATE  ·  PATENTS  ·  LINGUISTICS  ·  TRADE  ·  LAW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  · 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ALREADY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findings. Real domains.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7269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hidden connections across three centuries of scientific work — patterns no individual reading would reveal.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697480"/>
            <a:ext cx="7269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a novel signal in linguistic data that conventional analysis missed.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611880"/>
            <a:ext cx="7269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 single system to multiple entirely different fields, without retraining.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  ·  CONFIDENTIAL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 secrets, with timestamps no one can fake.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12280" y="777240"/>
            <a:ext cx="1554480" cy="15544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B89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78040" y="1143000"/>
            <a:ext cx="822960" cy="82296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8046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methods are protected as trade secrets — never published, never patented.</a:t>
            </a:r>
            <a:endParaRPr lang="en-US" sz="17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invention is cryptographically time-stamped on a public blockchain.</a:t>
            </a:r>
            <a:endParaRPr lang="en-US" sz="17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verify when we created it. No one ever sees what it is.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  ·  CONFIDENTIAL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talk about what this can do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your domain.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30-minute conversation. No NDA needed for the concepts above.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703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 ·   [EMAIL@DOMAIN]   ·   [PHONE]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  · 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Latent Ocean — Pitch Deck</dc:title>
  <dc:subject>Confidential</dc:subject>
  <dc:creator>Latent Ocean</dc:creator>
  <cp:lastModifiedBy>Latent Ocean</cp:lastModifiedBy>
  <cp:revision>1</cp:revision>
  <dcterms:created xsi:type="dcterms:W3CDTF">2026-04-26T03:31:02Z</dcterms:created>
  <dcterms:modified xsi:type="dcterms:W3CDTF">2026-04-26T03:31:02Z</dcterms:modified>
</cp:coreProperties>
</file>