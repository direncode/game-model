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54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LATENT OCEAN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0" y="2606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that organizes itself.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749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[Diren Kumaratilleke]   ·   [diren@unc.edu]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data systems chase what's common and miss what matters. The most valuable patterns hide in the rare events, the unusual signals, the connections nobody is looking for.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  · 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is surfacing like never before; it deserves vector alignment for maximum signal at scale.</a:t>
            </a:r>
            <a:endParaRPr lang="en-US" sz="2000" dirty="0"/>
          </a:p>
          <a:p>
            <a:pPr algn="l" indent="0" marL="0">
              <a:buNone/>
            </a:pPr>
            <a:r>
              <a:rPr lang="en-US" sz="200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generation of data interpretation has to ingest its own structure.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2468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880360"/>
            <a:ext cx="54864" cy="1691640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any kind of data which can be structured or messy, big or small.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2880360"/>
            <a:ext cx="2468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2880360"/>
            <a:ext cx="54864" cy="1691640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FLOW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3429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see what's there and be capable of tracking how data patterns move.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880360"/>
            <a:ext cx="2468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2880360"/>
            <a:ext cx="54864" cy="1691640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REORGANIZE ITSELF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3429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its own structure as it learns. No engineer required.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  ·  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new way to read data;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that lets every kind of information speak the same language.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Lets every kind of data line up against every other.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46888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NOISE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3657600"/>
            <a:ext cx="246888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3657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PARTS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3657600"/>
            <a:ext cx="246888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3657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LANGUAGE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  ·  CONFIDENTIAL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data systems are designed by hand. Latent Ocean grows on its own with no setup needed.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840480" cy="2468880"/>
          </a:xfrm>
          <a:prstGeom prst="rect">
            <a:avLst/>
          </a:prstGeom>
          <a:solidFill>
            <a:srgbClr val="F4F2E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once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frozen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to new data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2011680"/>
            <a:ext cx="3840480" cy="2468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56048" y="26517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its own structure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Reorganizes itself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domains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new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  ·  CONFIDENTIAL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APPLIES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system. Many worlds.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68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4460" y="205740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13944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SEC archive as one connected story and surfacing the companies that don't fit.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828800"/>
            <a:ext cx="2468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83380" y="205740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18338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2044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connections across millions of medical papers that no practitioner has time to read.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468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72300" y="205740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97230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0936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centuries of scientific thinking — finding the threads no one person could see in a lifetime of reading.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TOOLS BUILT ON TOP — FOR EVERY OTHER FIELD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  · 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IT'S ALREADY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findings. Real domains.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7269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rare, high-value patterns in messy real-world data — patterns that line up with what experts already know, and reveal what they don't.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697480"/>
            <a:ext cx="7269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live data and surfaces what matters most — adjustable by region and timeframe.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611880"/>
            <a:ext cx="7269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 single system to multiple entirely different fields, without retraining.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  ·  CONFIDENTIAL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already works. With real data. Live.</a:t>
            </a:r>
            <a:endParaRPr lang="en-US" sz="2800" dirty="0"/>
          </a:p>
        </p:txBody>
      </p:sp>
      <p:pic>
        <p:nvPicPr>
          <p:cNvPr id="4" name="Image 0" descr="scripts/site_shots/titan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977640" cy="23368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119943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 ·  18 SOURCES, 5,550 RECORDS, 100s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439426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processing of public APIs in a single run.</a:t>
            </a:r>
            <a:endParaRPr lang="en-US" sz="1000" dirty="0"/>
          </a:p>
        </p:txBody>
      </p:sp>
      <p:pic>
        <p:nvPicPr>
          <p:cNvPr id="7" name="Image 1" descr="scripts/site_shots/live_cropp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691640"/>
            <a:ext cx="3977640" cy="23368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17720" y="4119943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TWO STREAMS, REFRESHED EVERY 20s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617720" y="439426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signal across two unrelated domains.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  ·  CONFIDENTIAL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 secrets, with timestamps no one can fake.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12280" y="777240"/>
            <a:ext cx="1554480" cy="15544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B89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78040" y="1143000"/>
            <a:ext cx="822960" cy="82296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8046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 technical methods are intended to be protected as trade secrets.</a:t>
            </a:r>
            <a:endParaRPr lang="en-US" sz="17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invention is cryptographically time-stamped on a public blockchain.</a:t>
            </a:r>
            <a:endParaRPr lang="en-US" sz="17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verify when we created it without ever seeing what it is.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  ·  CONFIDENTIAL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talk about what this can do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your domain.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2148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30-minute conversation. No NDA needed for the concepts above.</a:t>
            </a:r>
            <a:endParaRPr lang="en-US" sz="1600" dirty="0"/>
          </a:p>
        </p:txBody>
      </p:sp>
      <p:pic>
        <p:nvPicPr>
          <p:cNvPr id="4" name="Image 0" descr="scripts/site_shots/qr_latentoc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283464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4160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463040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www.latentocean.com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48056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48056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Diren Kumaratilleke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48056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diren@unc.edu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48056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[PHONE]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  ·  CONFIDENTIAL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Latent Ocean — Pitch Deck</dc:title>
  <dc:subject>Confidential</dc:subject>
  <dc:creator>Latent Ocean</dc:creator>
  <cp:lastModifiedBy>Latent Ocean</cp:lastModifiedBy>
  <cp:revision>1</cp:revision>
  <dcterms:created xsi:type="dcterms:W3CDTF">2026-04-26T06:12:07Z</dcterms:created>
  <dcterms:modified xsi:type="dcterms:W3CDTF">2026-04-26T06:12:07Z</dcterms:modified>
</cp:coreProperties>
</file>