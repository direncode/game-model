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54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LATENT OCEAN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that organizes itself.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Diren Kumaratilleke   ·   direnavk@outlook.com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www.latentocean.com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data systems chase what's common and miss what matters. The most valuable patterns hide in the rare events, the unusual signals, the connections nobody is looking for.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surfacing like never before; it deserves vector alignment for maximum signal at scale.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generation of data interpretation has to ingest its own structure.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kind of data which can be structured or messy, big or small.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FLOW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see what's there and be capable of tracking how data patterns move.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2468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880360"/>
            <a:ext cx="54864" cy="1691640"/>
          </a:xfrm>
          <a:prstGeom prst="rect">
            <a:avLst/>
          </a:prstGeom>
          <a:solidFill>
            <a:srgbClr val="B892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 ITSELF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its own structure as it learns. No engineer required.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way to read data;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that lets every kind of information speak the same language.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Lets every kind of data line up against every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LANGUAGE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data systems are designed by hand. Latent Ocean grows on its own with no setup needed.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0" cy="2468880"/>
          </a:xfrm>
          <a:prstGeom prst="rect">
            <a:avLst/>
          </a:prstGeom>
          <a:solidFill>
            <a:srgbClr val="F4F2E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once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frozen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new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840480" cy="2468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26517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its own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Reorganizes itself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domains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new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Many worlds.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3944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SEC archive as one connected story and surfacing the companies that don't fit.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8338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1833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connections across millions of medical papers that no practitioner has time to read.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468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72300" y="20574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97230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9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centuries of scientific thinking — finding the threads no one person could see in a lifetime of reading.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TOOLS BUILT ON TOP — FOR EVERY OTHER FIELD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ALREADY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findings. Real domains.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rare, high-value patterns in messy real-world data — patterns that line up with what experts already know, and reveal what they don't.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data and surfaces what matters most — adjustable by region and timeframe.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11880"/>
            <a:ext cx="7269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single system to multiple entirely different fields, without retraining.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  ·  LANDING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row, structurally aware.</a:t>
            </a:r>
            <a:endParaRPr lang="en-US" sz="2000" dirty="0"/>
          </a:p>
        </p:txBody>
      </p:sp>
      <p:pic>
        <p:nvPicPr>
          <p:cNvPr id="4" name="Image 0" descr="scripts/site_shots/hom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881" y="960120"/>
            <a:ext cx="5992238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page — what visitors see first.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  · 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 fingerprints. A first-class column.</a:t>
            </a:r>
            <a:endParaRPr lang="en-US" sz="2000" dirty="0"/>
          </a:p>
        </p:txBody>
      </p:sp>
      <p:pic>
        <p:nvPicPr>
          <p:cNvPr id="4" name="Image 0" descr="scripts/site_shots/platform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881" y="960120"/>
            <a:ext cx="5992238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explained — one primitive, fifteen data shapes.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  ·  TITAN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Everything, at once, in 33 seconds.</a:t>
            </a:r>
            <a:endParaRPr lang="en-US" sz="2000" dirty="0"/>
          </a:p>
        </p:txBody>
      </p:sp>
      <p:pic>
        <p:nvPicPr>
          <p:cNvPr id="4" name="Image 0" descr="scripts/site_shots/titan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881" y="960120"/>
            <a:ext cx="5992238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public APIs, processed live, in a single deterministic run.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WORK  · 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Real-time. Really real.</a:t>
            </a:r>
            <a:endParaRPr lang="en-US" sz="2000" dirty="0"/>
          </a:p>
        </p:txBody>
      </p:sp>
      <p:pic>
        <p:nvPicPr>
          <p:cNvPr id="4" name="Image 0" descr="scripts/site_shots/liv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881" y="960120"/>
            <a:ext cx="5992238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streaming sources, scored every twenty seconds.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secrets, with timestamps no one can fake.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12280" y="777240"/>
            <a:ext cx="1554480" cy="15544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B89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78040" y="1143000"/>
            <a:ext cx="822960" cy="822960"/>
          </a:xfrm>
          <a:prstGeom prst="ellipse">
            <a:avLst/>
          </a:prstGeom>
          <a:solidFill>
            <a:srgbClr val="B8924A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 technical methods are intended to be protected as trade secrets.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invention is cryptographically time-stamped on a public blockchain.</a:t>
            </a:r>
            <a:endParaRPr lang="en-US" sz="1700" dirty="0"/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when we created it without ever seeing what it is.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OCEAN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 Ocean — Pitch Deck</dc:title>
  <dc:subject>PptxGenJS Presentation</dc:subject>
  <dc:creator>Latent Ocean</dc:creator>
  <cp:lastModifiedBy>Latent Ocean</cp:lastModifiedBy>
  <cp:revision>1</cp:revision>
  <dcterms:created xsi:type="dcterms:W3CDTF">2026-04-26T06:19:49Z</dcterms:created>
  <dcterms:modified xsi:type="dcterms:W3CDTF">2026-04-26T06:19:49Z</dcterms:modified>
</cp:coreProperties>
</file>